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8" r:id="rId5"/>
    <p:sldId id="259" r:id="rId6"/>
  </p:sldIdLst>
  <p:sldSz cx="9144000" cy="6858000" type="screen4x3"/>
  <p:notesSz cx="6888163"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2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2364128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101358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1395591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3902948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265491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293171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2313677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3453167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709273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3940311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FFD77BF-F5BA-4675-B2D3-89FB6DB840CC}" type="datetimeFigureOut">
              <a:rPr kumimoji="1" lang="ja-JP" altLang="en-US" smtClean="0"/>
              <a:t>2026/9/7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1416588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FD77BF-F5BA-4675-B2D3-89FB6DB840CC}" type="datetimeFigureOut">
              <a:rPr kumimoji="1" lang="ja-JP" altLang="en-US" smtClean="0"/>
              <a:t>2026/9/7</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8BEBE0-C3CC-4BB4-A1AB-4A21AF2972D5}" type="slidenum">
              <a:rPr kumimoji="1" lang="ja-JP" altLang="en-US" smtClean="0"/>
              <a:t>‹#›</a:t>
            </a:fld>
            <a:endParaRPr kumimoji="1" lang="ja-JP" altLang="en-US"/>
          </a:p>
        </p:txBody>
      </p:sp>
    </p:spTree>
    <p:extLst>
      <p:ext uri="{BB962C8B-B14F-4D97-AF65-F5344CB8AC3E}">
        <p14:creationId xmlns:p14="http://schemas.microsoft.com/office/powerpoint/2010/main" val="1532752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314A155-8DD0-F046-C94B-2FE2A92F5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1587" y="4331113"/>
            <a:ext cx="1891881" cy="1611843"/>
          </a:xfrm>
          <a:prstGeom prst="rect">
            <a:avLst/>
          </a:prstGeom>
        </p:spPr>
      </p:pic>
      <p:pic>
        <p:nvPicPr>
          <p:cNvPr id="9" name="図 8">
            <a:extLst>
              <a:ext uri="{FF2B5EF4-FFF2-40B4-BE49-F238E27FC236}">
                <a16:creationId xmlns:a16="http://schemas.microsoft.com/office/drawing/2014/main" id="{2B75B4C5-4BB5-6B31-000E-CD59A864D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4806" y="1003090"/>
            <a:ext cx="3108901" cy="1883413"/>
          </a:xfrm>
          <a:prstGeom prst="rect">
            <a:avLst/>
          </a:prstGeom>
        </p:spPr>
      </p:pic>
      <p:pic>
        <p:nvPicPr>
          <p:cNvPr id="3" name="図 2">
            <a:extLst>
              <a:ext uri="{FF2B5EF4-FFF2-40B4-BE49-F238E27FC236}">
                <a16:creationId xmlns:a16="http://schemas.microsoft.com/office/drawing/2014/main" id="{85CADE77-1ABE-4EF0-877C-46CE848C5D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601" y="1004032"/>
            <a:ext cx="2212754" cy="1965103"/>
          </a:xfrm>
          <a:prstGeom prst="rect">
            <a:avLst/>
          </a:prstGeom>
        </p:spPr>
      </p:pic>
      <p:sp>
        <p:nvSpPr>
          <p:cNvPr id="4" name="テキスト ボックス 3">
            <a:extLst>
              <a:ext uri="{FF2B5EF4-FFF2-40B4-BE49-F238E27FC236}">
                <a16:creationId xmlns:a16="http://schemas.microsoft.com/office/drawing/2014/main" id="{A59A7955-0D83-D12F-9523-86475BBE0FD8}"/>
              </a:ext>
            </a:extLst>
          </p:cNvPr>
          <p:cNvSpPr txBox="1"/>
          <p:nvPr/>
        </p:nvSpPr>
        <p:spPr>
          <a:xfrm>
            <a:off x="482309" y="3098217"/>
            <a:ext cx="2462058" cy="461665"/>
          </a:xfrm>
          <a:prstGeom prst="rect">
            <a:avLst/>
          </a:prstGeom>
          <a:noFill/>
        </p:spPr>
        <p:txBody>
          <a:bodyPr wrap="square" rtlCol="0">
            <a:spAutoFit/>
          </a:bodyPr>
          <a:lstStyle/>
          <a:p>
            <a:r>
              <a:rPr kumimoji="1" lang="ja-JP" altLang="en-US" sz="2400" b="1" dirty="0">
                <a:effectLst>
                  <a:outerShdw blurRad="38100" dist="38100" dir="2700000" algn="tl">
                    <a:srgbClr val="000000">
                      <a:alpha val="43137"/>
                    </a:srgbClr>
                  </a:outerShdw>
                </a:effectLst>
              </a:rPr>
              <a:t>ベニバナちゃん</a:t>
            </a:r>
          </a:p>
        </p:txBody>
      </p:sp>
      <p:sp>
        <p:nvSpPr>
          <p:cNvPr id="8" name="テキスト ボックス 7">
            <a:extLst>
              <a:ext uri="{FF2B5EF4-FFF2-40B4-BE49-F238E27FC236}">
                <a16:creationId xmlns:a16="http://schemas.microsoft.com/office/drawing/2014/main" id="{91296649-E76F-AD55-F3E6-3D69DAEF28C7}"/>
              </a:ext>
            </a:extLst>
          </p:cNvPr>
          <p:cNvSpPr txBox="1"/>
          <p:nvPr/>
        </p:nvSpPr>
        <p:spPr>
          <a:xfrm>
            <a:off x="6634496" y="2983826"/>
            <a:ext cx="1879783" cy="461665"/>
          </a:xfrm>
          <a:prstGeom prst="rect">
            <a:avLst/>
          </a:prstGeom>
          <a:noFill/>
        </p:spPr>
        <p:txBody>
          <a:bodyPr wrap="square" rtlCol="0">
            <a:spAutoFit/>
          </a:bodyPr>
          <a:lstStyle/>
          <a:p>
            <a:r>
              <a:rPr kumimoji="1" lang="ja-JP" altLang="en-US" sz="2400" b="1" dirty="0">
                <a:effectLst>
                  <a:outerShdw blurRad="38100" dist="38100" dir="2700000" algn="tl">
                    <a:srgbClr val="000000">
                      <a:alpha val="43137"/>
                    </a:srgbClr>
                  </a:outerShdw>
                </a:effectLst>
              </a:rPr>
              <a:t>サットくん</a:t>
            </a:r>
          </a:p>
        </p:txBody>
      </p:sp>
      <p:sp>
        <p:nvSpPr>
          <p:cNvPr id="11" name="テキスト ボックス 10">
            <a:extLst>
              <a:ext uri="{FF2B5EF4-FFF2-40B4-BE49-F238E27FC236}">
                <a16:creationId xmlns:a16="http://schemas.microsoft.com/office/drawing/2014/main" id="{1964A25F-4751-AF2A-2612-7852E82D41B7}"/>
              </a:ext>
            </a:extLst>
          </p:cNvPr>
          <p:cNvSpPr txBox="1"/>
          <p:nvPr/>
        </p:nvSpPr>
        <p:spPr>
          <a:xfrm>
            <a:off x="3327965" y="5975572"/>
            <a:ext cx="2462058" cy="461665"/>
          </a:xfrm>
          <a:prstGeom prst="rect">
            <a:avLst/>
          </a:prstGeom>
          <a:noFill/>
        </p:spPr>
        <p:txBody>
          <a:bodyPr wrap="square" rtlCol="0">
            <a:spAutoFit/>
          </a:bodyPr>
          <a:lstStyle/>
          <a:p>
            <a:r>
              <a:rPr kumimoji="1" lang="ja-JP" altLang="en-US" sz="2400" b="1" dirty="0">
                <a:effectLst>
                  <a:outerShdw blurRad="38100" dist="38100" dir="2700000" algn="tl">
                    <a:srgbClr val="000000">
                      <a:alpha val="43137"/>
                    </a:srgbClr>
                  </a:outerShdw>
                </a:effectLst>
              </a:rPr>
              <a:t>おじゃまデブリ</a:t>
            </a:r>
          </a:p>
        </p:txBody>
      </p:sp>
      <p:sp>
        <p:nvSpPr>
          <p:cNvPr id="14" name="矢印: 右 13">
            <a:extLst>
              <a:ext uri="{FF2B5EF4-FFF2-40B4-BE49-F238E27FC236}">
                <a16:creationId xmlns:a16="http://schemas.microsoft.com/office/drawing/2014/main" id="{B2041CC3-AC58-31D4-85E1-CCC9424EBC08}"/>
              </a:ext>
            </a:extLst>
          </p:cNvPr>
          <p:cNvSpPr/>
          <p:nvPr/>
        </p:nvSpPr>
        <p:spPr>
          <a:xfrm rot="10800000">
            <a:off x="3461587" y="1795096"/>
            <a:ext cx="1581912" cy="255866"/>
          </a:xfrm>
          <a:prstGeom prst="rightArrow">
            <a:avLst>
              <a:gd name="adj1" fmla="val 50000"/>
              <a:gd name="adj2" fmla="val 13281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a:extLst>
              <a:ext uri="{FF2B5EF4-FFF2-40B4-BE49-F238E27FC236}">
                <a16:creationId xmlns:a16="http://schemas.microsoft.com/office/drawing/2014/main" id="{6741F1D1-2755-4D86-584B-36BD0B6188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6196" y="812582"/>
            <a:ext cx="657242" cy="550341"/>
          </a:xfrm>
          <a:prstGeom prst="rect">
            <a:avLst/>
          </a:prstGeom>
        </p:spPr>
      </p:pic>
      <p:sp>
        <p:nvSpPr>
          <p:cNvPr id="18" name="矢印: 右 17">
            <a:extLst>
              <a:ext uri="{FF2B5EF4-FFF2-40B4-BE49-F238E27FC236}">
                <a16:creationId xmlns:a16="http://schemas.microsoft.com/office/drawing/2014/main" id="{F27795A7-2680-E207-4000-F7526E3DCF71}"/>
              </a:ext>
            </a:extLst>
          </p:cNvPr>
          <p:cNvSpPr/>
          <p:nvPr/>
        </p:nvSpPr>
        <p:spPr>
          <a:xfrm>
            <a:off x="3568482" y="2093193"/>
            <a:ext cx="1581912" cy="255866"/>
          </a:xfrm>
          <a:prstGeom prst="rightArrow">
            <a:avLst>
              <a:gd name="adj1" fmla="val 50000"/>
              <a:gd name="adj2" fmla="val 13281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39F667E7-4ECB-4C3E-613C-192268D020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7894" y="2311518"/>
            <a:ext cx="1083088" cy="730686"/>
          </a:xfrm>
          <a:prstGeom prst="rect">
            <a:avLst/>
          </a:prstGeom>
        </p:spPr>
      </p:pic>
      <p:sp>
        <p:nvSpPr>
          <p:cNvPr id="22" name="テキスト ボックス 21">
            <a:extLst>
              <a:ext uri="{FF2B5EF4-FFF2-40B4-BE49-F238E27FC236}">
                <a16:creationId xmlns:a16="http://schemas.microsoft.com/office/drawing/2014/main" id="{3CA3F70F-F539-4105-C8FD-EB6896E5A710}"/>
              </a:ext>
            </a:extLst>
          </p:cNvPr>
          <p:cNvSpPr txBox="1"/>
          <p:nvPr/>
        </p:nvSpPr>
        <p:spPr>
          <a:xfrm>
            <a:off x="2944475" y="1421445"/>
            <a:ext cx="3913013" cy="369332"/>
          </a:xfrm>
          <a:prstGeom prst="rect">
            <a:avLst/>
          </a:prstGeom>
          <a:noFill/>
        </p:spPr>
        <p:txBody>
          <a:bodyPr wrap="square" rtlCol="0">
            <a:spAutoFit/>
          </a:bodyPr>
          <a:lstStyle/>
          <a:p>
            <a:r>
              <a:rPr kumimoji="1" lang="ja-JP" altLang="en-US" dirty="0">
                <a:effectLst>
                  <a:outerShdw blurRad="38100" dist="38100" dir="2700000" algn="tl">
                    <a:srgbClr val="000000">
                      <a:alpha val="43137"/>
                    </a:srgbClr>
                  </a:outerShdw>
                </a:effectLst>
              </a:rPr>
              <a:t>サットくんからメッセージ</a:t>
            </a:r>
          </a:p>
        </p:txBody>
      </p:sp>
      <p:sp>
        <p:nvSpPr>
          <p:cNvPr id="24" name="テキスト ボックス 23">
            <a:extLst>
              <a:ext uri="{FF2B5EF4-FFF2-40B4-BE49-F238E27FC236}">
                <a16:creationId xmlns:a16="http://schemas.microsoft.com/office/drawing/2014/main" id="{44CC1C4A-07C5-A795-5E87-9E05850505A2}"/>
              </a:ext>
            </a:extLst>
          </p:cNvPr>
          <p:cNvSpPr txBox="1"/>
          <p:nvPr/>
        </p:nvSpPr>
        <p:spPr>
          <a:xfrm>
            <a:off x="3233182" y="3128454"/>
            <a:ext cx="2651624" cy="646331"/>
          </a:xfrm>
          <a:prstGeom prst="rect">
            <a:avLst/>
          </a:prstGeom>
          <a:noFill/>
        </p:spPr>
        <p:txBody>
          <a:bodyPr wrap="square" rtlCol="0">
            <a:spAutoFit/>
          </a:bodyPr>
          <a:lstStyle/>
          <a:p>
            <a:r>
              <a:rPr kumimoji="1" lang="ja-JP" altLang="en-US" dirty="0">
                <a:effectLst>
                  <a:outerShdw blurRad="38100" dist="38100" dir="2700000" algn="tl">
                    <a:srgbClr val="000000">
                      <a:alpha val="43137"/>
                    </a:srgbClr>
                  </a:outerShdw>
                </a:effectLst>
              </a:rPr>
              <a:t>ベニバナちゃんから</a:t>
            </a:r>
            <a:endParaRPr kumimoji="1" lang="en-US" altLang="ja-JP" dirty="0">
              <a:effectLst>
                <a:outerShdw blurRad="38100" dist="38100" dir="2700000" algn="tl">
                  <a:srgbClr val="000000">
                    <a:alpha val="43137"/>
                  </a:srgbClr>
                </a:outerShdw>
              </a:effectLst>
            </a:endParaRPr>
          </a:p>
          <a:p>
            <a:r>
              <a:rPr kumimoji="1" lang="ja-JP" altLang="en-US" dirty="0">
                <a:effectLst>
                  <a:outerShdw blurRad="38100" dist="38100" dir="2700000" algn="tl">
                    <a:srgbClr val="000000">
                      <a:alpha val="43137"/>
                    </a:srgbClr>
                  </a:outerShdw>
                </a:effectLst>
              </a:rPr>
              <a:t>お返しのべにばな</a:t>
            </a:r>
          </a:p>
        </p:txBody>
      </p:sp>
      <p:sp>
        <p:nvSpPr>
          <p:cNvPr id="26" name="テキスト ボックス 25">
            <a:extLst>
              <a:ext uri="{FF2B5EF4-FFF2-40B4-BE49-F238E27FC236}">
                <a16:creationId xmlns:a16="http://schemas.microsoft.com/office/drawing/2014/main" id="{D9560852-04B0-3792-9CF8-C09044E8865A}"/>
              </a:ext>
            </a:extLst>
          </p:cNvPr>
          <p:cNvSpPr txBox="1"/>
          <p:nvPr/>
        </p:nvSpPr>
        <p:spPr>
          <a:xfrm>
            <a:off x="4464671" y="6488668"/>
            <a:ext cx="4108817" cy="369332"/>
          </a:xfrm>
          <a:prstGeom prst="rect">
            <a:avLst/>
          </a:prstGeom>
          <a:noFill/>
        </p:spPr>
        <p:txBody>
          <a:bodyPr wrap="none" rtlCol="0">
            <a:spAutoFit/>
          </a:bodyPr>
          <a:lstStyle/>
          <a:p>
            <a:r>
              <a:rPr kumimoji="1" lang="ja-JP" altLang="en-US" dirty="0"/>
              <a:t>「デブリ」とは：宇宙をさまようゴミ</a:t>
            </a:r>
            <a:endParaRPr kumimoji="1" lang="en-US" altLang="ja-JP" dirty="0"/>
          </a:p>
        </p:txBody>
      </p:sp>
      <p:sp>
        <p:nvSpPr>
          <p:cNvPr id="28" name="矢印: 右 27">
            <a:extLst>
              <a:ext uri="{FF2B5EF4-FFF2-40B4-BE49-F238E27FC236}">
                <a16:creationId xmlns:a16="http://schemas.microsoft.com/office/drawing/2014/main" id="{5D2E9660-9CA0-E7F5-0A0C-A9DD4D398B48}"/>
              </a:ext>
            </a:extLst>
          </p:cNvPr>
          <p:cNvSpPr/>
          <p:nvPr/>
        </p:nvSpPr>
        <p:spPr>
          <a:xfrm rot="19160257">
            <a:off x="5138601" y="4211064"/>
            <a:ext cx="1087310" cy="209958"/>
          </a:xfrm>
          <a:prstGeom prst="rightArrow">
            <a:avLst>
              <a:gd name="adj1" fmla="val 50000"/>
              <a:gd name="adj2" fmla="val 13281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D83C71D8-3C85-1159-12AB-6C743FD68194}"/>
              </a:ext>
            </a:extLst>
          </p:cNvPr>
          <p:cNvSpPr txBox="1"/>
          <p:nvPr/>
        </p:nvSpPr>
        <p:spPr>
          <a:xfrm>
            <a:off x="5534721" y="4679968"/>
            <a:ext cx="2979558" cy="646331"/>
          </a:xfrm>
          <a:prstGeom prst="rect">
            <a:avLst/>
          </a:prstGeom>
          <a:noFill/>
        </p:spPr>
        <p:txBody>
          <a:bodyPr wrap="square" rtlCol="0">
            <a:spAutoFit/>
          </a:bodyPr>
          <a:lstStyle/>
          <a:p>
            <a:r>
              <a:rPr kumimoji="1" lang="ja-JP" altLang="en-US" dirty="0">
                <a:effectLst>
                  <a:outerShdw blurRad="38100" dist="38100" dir="2700000" algn="tl">
                    <a:srgbClr val="000000">
                      <a:alpha val="43137"/>
                    </a:srgbClr>
                  </a:outerShdw>
                </a:effectLst>
              </a:rPr>
              <a:t>サットくんにぶつかってきます</a:t>
            </a:r>
            <a:endParaRPr kumimoji="1" lang="en-US" altLang="ja-JP" dirty="0">
              <a:effectLst>
                <a:outerShdw blurRad="38100" dist="38100" dir="2700000" algn="tl">
                  <a:srgbClr val="000000">
                    <a:alpha val="43137"/>
                  </a:srgbClr>
                </a:outerShdw>
              </a:effectLst>
            </a:endParaRPr>
          </a:p>
        </p:txBody>
      </p:sp>
      <p:sp>
        <p:nvSpPr>
          <p:cNvPr id="32" name="テキスト ボックス 31">
            <a:extLst>
              <a:ext uri="{FF2B5EF4-FFF2-40B4-BE49-F238E27FC236}">
                <a16:creationId xmlns:a16="http://schemas.microsoft.com/office/drawing/2014/main" id="{702390E0-9059-0B87-A940-4C1C00D13BA2}"/>
              </a:ext>
            </a:extLst>
          </p:cNvPr>
          <p:cNvSpPr txBox="1"/>
          <p:nvPr/>
        </p:nvSpPr>
        <p:spPr>
          <a:xfrm>
            <a:off x="1783080" y="5256934"/>
            <a:ext cx="184731" cy="369332"/>
          </a:xfrm>
          <a:prstGeom prst="rect">
            <a:avLst/>
          </a:prstGeom>
          <a:noFill/>
        </p:spPr>
        <p:txBody>
          <a:bodyPr wrap="none" rtlCol="0">
            <a:spAutoFit/>
          </a:bodyPr>
          <a:lstStyle/>
          <a:p>
            <a:endParaRPr kumimoji="1" lang="ja-JP" altLang="en-US" dirty="0"/>
          </a:p>
        </p:txBody>
      </p:sp>
      <p:sp>
        <p:nvSpPr>
          <p:cNvPr id="34" name="テキスト ボックス 33">
            <a:extLst>
              <a:ext uri="{FF2B5EF4-FFF2-40B4-BE49-F238E27FC236}">
                <a16:creationId xmlns:a16="http://schemas.microsoft.com/office/drawing/2014/main" id="{1CB8BFA3-B00E-FC5D-5865-539B5A206D56}"/>
              </a:ext>
            </a:extLst>
          </p:cNvPr>
          <p:cNvSpPr txBox="1"/>
          <p:nvPr/>
        </p:nvSpPr>
        <p:spPr>
          <a:xfrm>
            <a:off x="588075" y="3486955"/>
            <a:ext cx="2262158" cy="1200329"/>
          </a:xfrm>
          <a:prstGeom prst="rect">
            <a:avLst/>
          </a:prstGeom>
          <a:noFill/>
        </p:spPr>
        <p:txBody>
          <a:bodyPr wrap="none" rtlCol="0">
            <a:spAutoFit/>
          </a:bodyPr>
          <a:lstStyle/>
          <a:p>
            <a:r>
              <a:rPr kumimoji="1" lang="ja-JP" altLang="en-US" dirty="0"/>
              <a:t>いつもサットくんを</a:t>
            </a:r>
            <a:endParaRPr kumimoji="1" lang="en-US" altLang="ja-JP" dirty="0"/>
          </a:p>
          <a:p>
            <a:r>
              <a:rPr kumimoji="1" lang="ja-JP" altLang="en-US" dirty="0"/>
              <a:t>見ています．</a:t>
            </a:r>
            <a:endParaRPr kumimoji="1" lang="en-US" altLang="ja-JP" dirty="0"/>
          </a:p>
          <a:p>
            <a:r>
              <a:rPr kumimoji="1" lang="ja-JP" altLang="en-US" dirty="0"/>
              <a:t>姿勢（向き）の制御</a:t>
            </a:r>
            <a:endParaRPr kumimoji="1" lang="en-US" altLang="ja-JP" dirty="0"/>
          </a:p>
          <a:p>
            <a:r>
              <a:rPr kumimoji="1" lang="ja-JP" altLang="en-US" dirty="0"/>
              <a:t>がとても上手．</a:t>
            </a:r>
            <a:endParaRPr kumimoji="1" lang="en-US" altLang="ja-JP" dirty="0"/>
          </a:p>
        </p:txBody>
      </p:sp>
      <p:sp>
        <p:nvSpPr>
          <p:cNvPr id="36" name="テキスト ボックス 35">
            <a:extLst>
              <a:ext uri="{FF2B5EF4-FFF2-40B4-BE49-F238E27FC236}">
                <a16:creationId xmlns:a16="http://schemas.microsoft.com/office/drawing/2014/main" id="{F37447BA-A39C-D153-2580-0011E1EEDE90}"/>
              </a:ext>
            </a:extLst>
          </p:cNvPr>
          <p:cNvSpPr txBox="1"/>
          <p:nvPr/>
        </p:nvSpPr>
        <p:spPr>
          <a:xfrm>
            <a:off x="6031930" y="3440789"/>
            <a:ext cx="3185487" cy="646331"/>
          </a:xfrm>
          <a:prstGeom prst="rect">
            <a:avLst/>
          </a:prstGeom>
          <a:noFill/>
        </p:spPr>
        <p:txBody>
          <a:bodyPr wrap="none" rtlCol="0">
            <a:spAutoFit/>
          </a:bodyPr>
          <a:lstStyle/>
          <a:p>
            <a:r>
              <a:rPr kumimoji="1" lang="ja-JP" altLang="en-US" dirty="0"/>
              <a:t>コントローラで姿勢（向き）</a:t>
            </a:r>
            <a:endParaRPr kumimoji="1" lang="en-US" altLang="ja-JP" dirty="0"/>
          </a:p>
          <a:p>
            <a:r>
              <a:rPr kumimoji="1" lang="ja-JP" altLang="en-US" dirty="0"/>
              <a:t>を制御しよう！</a:t>
            </a:r>
            <a:endParaRPr kumimoji="1" lang="en-US" altLang="ja-JP" dirty="0"/>
          </a:p>
        </p:txBody>
      </p:sp>
      <p:sp>
        <p:nvSpPr>
          <p:cNvPr id="41" name="正方形/長方形 40">
            <a:extLst>
              <a:ext uri="{FF2B5EF4-FFF2-40B4-BE49-F238E27FC236}">
                <a16:creationId xmlns:a16="http://schemas.microsoft.com/office/drawing/2014/main" id="{24B9BD06-2E0C-A367-B2AB-8B87D90D45BA}"/>
              </a:ext>
            </a:extLst>
          </p:cNvPr>
          <p:cNvSpPr/>
          <p:nvPr/>
        </p:nvSpPr>
        <p:spPr>
          <a:xfrm>
            <a:off x="1196717" y="141557"/>
            <a:ext cx="6750566" cy="584775"/>
          </a:xfrm>
          <a:prstGeom prst="rect">
            <a:avLst/>
          </a:prstGeom>
          <a:noFill/>
        </p:spPr>
        <p:txBody>
          <a:bodyPr wrap="none" lIns="91440" tIns="45720" rIns="91440" bIns="45720">
            <a:spAutoFit/>
          </a:bodyPr>
          <a:lstStyle/>
          <a:p>
            <a:pPr algn="ctr"/>
            <a:r>
              <a:rPr lang="ja-JP" altLang="en-US" sz="3200" b="1" cap="none" spc="0" dirty="0">
                <a:ln w="12700" cmpd="sng">
                  <a:solidFill>
                    <a:schemeClr val="accent4"/>
                  </a:solidFill>
                  <a:prstDash val="solid"/>
                </a:ln>
                <a:solidFill>
                  <a:schemeClr val="accent3">
                    <a:lumMod val="40000"/>
                    <a:lumOff val="60000"/>
                  </a:schemeClr>
                </a:solidFill>
                <a:effectLst/>
              </a:rPr>
              <a:t>姿勢制御（しせいせいぎょ）ゲーム</a:t>
            </a:r>
          </a:p>
        </p:txBody>
      </p:sp>
    </p:spTree>
    <p:extLst>
      <p:ext uri="{BB962C8B-B14F-4D97-AF65-F5344CB8AC3E}">
        <p14:creationId xmlns:p14="http://schemas.microsoft.com/office/powerpoint/2010/main" val="1265215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EAD3323-2AFD-C1CE-161B-9197A288A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831" y="3366705"/>
            <a:ext cx="3620814" cy="3181927"/>
          </a:xfrm>
          <a:prstGeom prst="rect">
            <a:avLst/>
          </a:prstGeom>
        </p:spPr>
      </p:pic>
      <p:pic>
        <p:nvPicPr>
          <p:cNvPr id="7" name="図 6">
            <a:extLst>
              <a:ext uri="{FF2B5EF4-FFF2-40B4-BE49-F238E27FC236}">
                <a16:creationId xmlns:a16="http://schemas.microsoft.com/office/drawing/2014/main" id="{4052458E-7B8B-0119-70A8-6126B6D64D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489298">
            <a:off x="5980381" y="954439"/>
            <a:ext cx="506012" cy="423709"/>
          </a:xfrm>
          <a:prstGeom prst="rect">
            <a:avLst/>
          </a:prstGeom>
        </p:spPr>
      </p:pic>
      <p:pic>
        <p:nvPicPr>
          <p:cNvPr id="9" name="図 8">
            <a:extLst>
              <a:ext uri="{FF2B5EF4-FFF2-40B4-BE49-F238E27FC236}">
                <a16:creationId xmlns:a16="http://schemas.microsoft.com/office/drawing/2014/main" id="{C14E3BFF-8C1E-CD95-CA50-FC7EF3A08A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203550">
            <a:off x="4418022" y="1159186"/>
            <a:ext cx="2189018" cy="1326135"/>
          </a:xfrm>
          <a:prstGeom prst="rect">
            <a:avLst/>
          </a:prstGeom>
        </p:spPr>
      </p:pic>
      <p:pic>
        <p:nvPicPr>
          <p:cNvPr id="11" name="図 10">
            <a:extLst>
              <a:ext uri="{FF2B5EF4-FFF2-40B4-BE49-F238E27FC236}">
                <a16:creationId xmlns:a16="http://schemas.microsoft.com/office/drawing/2014/main" id="{E8A98243-963C-E311-68A6-7FA4902D6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405520">
            <a:off x="6729898" y="499665"/>
            <a:ext cx="506012" cy="423709"/>
          </a:xfrm>
          <a:prstGeom prst="rect">
            <a:avLst/>
          </a:prstGeom>
        </p:spPr>
      </p:pic>
      <p:pic>
        <p:nvPicPr>
          <p:cNvPr id="13" name="図 12">
            <a:extLst>
              <a:ext uri="{FF2B5EF4-FFF2-40B4-BE49-F238E27FC236}">
                <a16:creationId xmlns:a16="http://schemas.microsoft.com/office/drawing/2014/main" id="{C3A333AB-A540-63F7-B42F-7010565CF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269252">
            <a:off x="7765023" y="329781"/>
            <a:ext cx="506012" cy="423709"/>
          </a:xfrm>
          <a:prstGeom prst="rect">
            <a:avLst/>
          </a:prstGeom>
        </p:spPr>
      </p:pic>
      <p:sp>
        <p:nvSpPr>
          <p:cNvPr id="14" name="テキスト ボックス 13">
            <a:extLst>
              <a:ext uri="{FF2B5EF4-FFF2-40B4-BE49-F238E27FC236}">
                <a16:creationId xmlns:a16="http://schemas.microsoft.com/office/drawing/2014/main" id="{F2708C59-55AF-E473-5BF7-614E8D49BEAB}"/>
              </a:ext>
            </a:extLst>
          </p:cNvPr>
          <p:cNvSpPr txBox="1"/>
          <p:nvPr/>
        </p:nvSpPr>
        <p:spPr>
          <a:xfrm>
            <a:off x="5416028" y="3843652"/>
            <a:ext cx="3185487" cy="369332"/>
          </a:xfrm>
          <a:prstGeom prst="rect">
            <a:avLst/>
          </a:prstGeom>
          <a:noFill/>
        </p:spPr>
        <p:txBody>
          <a:bodyPr wrap="none" rtlCol="0">
            <a:spAutoFit/>
          </a:bodyPr>
          <a:lstStyle/>
          <a:p>
            <a:r>
              <a:rPr kumimoji="1" lang="ja-JP" altLang="en-US" dirty="0"/>
              <a:t>メッセージ　　　送信ボタン</a:t>
            </a:r>
          </a:p>
        </p:txBody>
      </p:sp>
      <p:sp>
        <p:nvSpPr>
          <p:cNvPr id="19" name="矢印: 下 18">
            <a:extLst>
              <a:ext uri="{FF2B5EF4-FFF2-40B4-BE49-F238E27FC236}">
                <a16:creationId xmlns:a16="http://schemas.microsoft.com/office/drawing/2014/main" id="{3F2F580F-9480-A450-7596-153D749DF16B}"/>
              </a:ext>
            </a:extLst>
          </p:cNvPr>
          <p:cNvSpPr/>
          <p:nvPr/>
        </p:nvSpPr>
        <p:spPr>
          <a:xfrm rot="3557101">
            <a:off x="4766307" y="3936456"/>
            <a:ext cx="227214" cy="828848"/>
          </a:xfrm>
          <a:prstGeom prst="downArrow">
            <a:avLst>
              <a:gd name="adj1" fmla="val 9348"/>
              <a:gd name="adj2" fmla="val 8658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AE3B2312-B185-6D79-E55A-1EB071E3A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55098">
            <a:off x="6696274" y="3816463"/>
            <a:ext cx="506012" cy="423709"/>
          </a:xfrm>
          <a:prstGeom prst="rect">
            <a:avLst/>
          </a:prstGeom>
        </p:spPr>
      </p:pic>
      <p:sp>
        <p:nvSpPr>
          <p:cNvPr id="22" name="楕円 21">
            <a:extLst>
              <a:ext uri="{FF2B5EF4-FFF2-40B4-BE49-F238E27FC236}">
                <a16:creationId xmlns:a16="http://schemas.microsoft.com/office/drawing/2014/main" id="{962D4748-E3DA-7282-779F-70E4C350F2C4}"/>
              </a:ext>
            </a:extLst>
          </p:cNvPr>
          <p:cNvSpPr/>
          <p:nvPr/>
        </p:nvSpPr>
        <p:spPr>
          <a:xfrm>
            <a:off x="1812405" y="3799972"/>
            <a:ext cx="933944" cy="95159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438DF475-2E51-70CE-BB5C-2B00CBB69A48}"/>
              </a:ext>
            </a:extLst>
          </p:cNvPr>
          <p:cNvSpPr/>
          <p:nvPr/>
        </p:nvSpPr>
        <p:spPr>
          <a:xfrm>
            <a:off x="4059361" y="4437225"/>
            <a:ext cx="492068" cy="479751"/>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039BD44A-B35C-EB78-1EBD-B06564BD92A7}"/>
              </a:ext>
            </a:extLst>
          </p:cNvPr>
          <p:cNvSpPr/>
          <p:nvPr/>
        </p:nvSpPr>
        <p:spPr>
          <a:xfrm>
            <a:off x="960003" y="1287151"/>
            <a:ext cx="526473" cy="517237"/>
          </a:xfrm>
          <a:prstGeom prst="ellipse">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4D8CB764-C819-571E-8CFA-AB6FA4B21A4F}"/>
              </a:ext>
            </a:extLst>
          </p:cNvPr>
          <p:cNvSpPr txBox="1"/>
          <p:nvPr/>
        </p:nvSpPr>
        <p:spPr>
          <a:xfrm>
            <a:off x="893482" y="2838018"/>
            <a:ext cx="2954655" cy="369332"/>
          </a:xfrm>
          <a:prstGeom prst="rect">
            <a:avLst/>
          </a:prstGeom>
          <a:noFill/>
        </p:spPr>
        <p:txBody>
          <a:bodyPr wrap="none" rtlCol="0">
            <a:spAutoFit/>
          </a:bodyPr>
          <a:lstStyle/>
          <a:p>
            <a:r>
              <a:rPr kumimoji="1" lang="ja-JP" altLang="en-US" dirty="0"/>
              <a:t>サットくんのコントローラ</a:t>
            </a:r>
          </a:p>
        </p:txBody>
      </p:sp>
      <p:sp>
        <p:nvSpPr>
          <p:cNvPr id="29" name="矢印: 下 28">
            <a:extLst>
              <a:ext uri="{FF2B5EF4-FFF2-40B4-BE49-F238E27FC236}">
                <a16:creationId xmlns:a16="http://schemas.microsoft.com/office/drawing/2014/main" id="{2E304BEE-323A-426A-BC25-89770435E16E}"/>
              </a:ext>
            </a:extLst>
          </p:cNvPr>
          <p:cNvSpPr/>
          <p:nvPr/>
        </p:nvSpPr>
        <p:spPr>
          <a:xfrm rot="20347496">
            <a:off x="1694760" y="3160471"/>
            <a:ext cx="235290" cy="750958"/>
          </a:xfrm>
          <a:prstGeom prst="downArrow">
            <a:avLst>
              <a:gd name="adj1" fmla="val 9348"/>
              <a:gd name="adj2" fmla="val 8658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FA30CDE8-4FF1-82DF-43B9-E4CFD8329FC6}"/>
              </a:ext>
            </a:extLst>
          </p:cNvPr>
          <p:cNvSpPr txBox="1"/>
          <p:nvPr/>
        </p:nvSpPr>
        <p:spPr>
          <a:xfrm>
            <a:off x="893482" y="328989"/>
            <a:ext cx="646331" cy="369332"/>
          </a:xfrm>
          <a:prstGeom prst="rect">
            <a:avLst/>
          </a:prstGeom>
          <a:noFill/>
        </p:spPr>
        <p:txBody>
          <a:bodyPr wrap="none" rtlCol="0">
            <a:spAutoFit/>
          </a:bodyPr>
          <a:lstStyle/>
          <a:p>
            <a:r>
              <a:rPr kumimoji="1" lang="ja-JP" altLang="en-US" dirty="0"/>
              <a:t>前へ</a:t>
            </a:r>
          </a:p>
        </p:txBody>
      </p:sp>
      <p:sp>
        <p:nvSpPr>
          <p:cNvPr id="32" name="テキスト ボックス 31">
            <a:extLst>
              <a:ext uri="{FF2B5EF4-FFF2-40B4-BE49-F238E27FC236}">
                <a16:creationId xmlns:a16="http://schemas.microsoft.com/office/drawing/2014/main" id="{534461BB-0CD1-9743-8E5D-C310136BA273}"/>
              </a:ext>
            </a:extLst>
          </p:cNvPr>
          <p:cNvSpPr txBox="1"/>
          <p:nvPr/>
        </p:nvSpPr>
        <p:spPr>
          <a:xfrm>
            <a:off x="806145" y="2274010"/>
            <a:ext cx="877163" cy="369332"/>
          </a:xfrm>
          <a:prstGeom prst="rect">
            <a:avLst/>
          </a:prstGeom>
          <a:noFill/>
        </p:spPr>
        <p:txBody>
          <a:bodyPr wrap="none" rtlCol="0">
            <a:spAutoFit/>
          </a:bodyPr>
          <a:lstStyle/>
          <a:p>
            <a:r>
              <a:rPr kumimoji="1" lang="ja-JP" altLang="en-US" dirty="0"/>
              <a:t>後ろへ</a:t>
            </a:r>
          </a:p>
        </p:txBody>
      </p:sp>
      <p:sp>
        <p:nvSpPr>
          <p:cNvPr id="33" name="矢印: 下 32">
            <a:extLst>
              <a:ext uri="{FF2B5EF4-FFF2-40B4-BE49-F238E27FC236}">
                <a16:creationId xmlns:a16="http://schemas.microsoft.com/office/drawing/2014/main" id="{6BF61202-E04E-34F0-253B-860BFF410A86}"/>
              </a:ext>
            </a:extLst>
          </p:cNvPr>
          <p:cNvSpPr/>
          <p:nvPr/>
        </p:nvSpPr>
        <p:spPr>
          <a:xfrm>
            <a:off x="1138831" y="1892907"/>
            <a:ext cx="211789" cy="3927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矢印: 下 34">
            <a:extLst>
              <a:ext uri="{FF2B5EF4-FFF2-40B4-BE49-F238E27FC236}">
                <a16:creationId xmlns:a16="http://schemas.microsoft.com/office/drawing/2014/main" id="{FBB1B243-ECAB-923B-66DC-8A330AB4AB0A}"/>
              </a:ext>
            </a:extLst>
          </p:cNvPr>
          <p:cNvSpPr/>
          <p:nvPr/>
        </p:nvSpPr>
        <p:spPr>
          <a:xfrm rot="10800000">
            <a:off x="1110754" y="777998"/>
            <a:ext cx="211789" cy="3927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9201F2B4-9774-5E46-C233-5D9DD29D6626}"/>
              </a:ext>
            </a:extLst>
          </p:cNvPr>
          <p:cNvSpPr/>
          <p:nvPr/>
        </p:nvSpPr>
        <p:spPr>
          <a:xfrm>
            <a:off x="2453972" y="1339878"/>
            <a:ext cx="526473" cy="517237"/>
          </a:xfrm>
          <a:prstGeom prst="ellipse">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B8E9A95E-FF76-9893-A5D6-9F642F35B13F}"/>
              </a:ext>
            </a:extLst>
          </p:cNvPr>
          <p:cNvSpPr txBox="1"/>
          <p:nvPr/>
        </p:nvSpPr>
        <p:spPr>
          <a:xfrm>
            <a:off x="1644377" y="1052352"/>
            <a:ext cx="877163" cy="369332"/>
          </a:xfrm>
          <a:prstGeom prst="rect">
            <a:avLst/>
          </a:prstGeom>
          <a:noFill/>
        </p:spPr>
        <p:txBody>
          <a:bodyPr wrap="none" rtlCol="0">
            <a:spAutoFit/>
          </a:bodyPr>
          <a:lstStyle/>
          <a:p>
            <a:r>
              <a:rPr kumimoji="1" lang="ja-JP" altLang="en-US" dirty="0"/>
              <a:t>左回転</a:t>
            </a:r>
          </a:p>
        </p:txBody>
      </p:sp>
      <p:sp>
        <p:nvSpPr>
          <p:cNvPr id="40" name="矢印: 環状 39">
            <a:extLst>
              <a:ext uri="{FF2B5EF4-FFF2-40B4-BE49-F238E27FC236}">
                <a16:creationId xmlns:a16="http://schemas.microsoft.com/office/drawing/2014/main" id="{F3484D19-516B-5A9C-5401-AAC76E87FD58}"/>
              </a:ext>
            </a:extLst>
          </p:cNvPr>
          <p:cNvSpPr/>
          <p:nvPr/>
        </p:nvSpPr>
        <p:spPr>
          <a:xfrm rot="7981331">
            <a:off x="5845393" y="2103935"/>
            <a:ext cx="978408" cy="810340"/>
          </a:xfrm>
          <a:prstGeom prst="circularArrow">
            <a:avLst>
              <a:gd name="adj1" fmla="val 0"/>
              <a:gd name="adj2" fmla="val 1142319"/>
              <a:gd name="adj3" fmla="val 20525269"/>
              <a:gd name="adj4" fmla="val 10867067"/>
              <a:gd name="adj5" fmla="val 12500"/>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2" name="矢印: 下 41">
            <a:extLst>
              <a:ext uri="{FF2B5EF4-FFF2-40B4-BE49-F238E27FC236}">
                <a16:creationId xmlns:a16="http://schemas.microsoft.com/office/drawing/2014/main" id="{357FF53C-75D4-DD64-04F0-F7A2F7C228CC}"/>
              </a:ext>
            </a:extLst>
          </p:cNvPr>
          <p:cNvSpPr/>
          <p:nvPr/>
        </p:nvSpPr>
        <p:spPr>
          <a:xfrm rot="16200000">
            <a:off x="3160261" y="1402138"/>
            <a:ext cx="211789" cy="3927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B3425351-DD87-A412-580B-2F6C06187E2B}"/>
              </a:ext>
            </a:extLst>
          </p:cNvPr>
          <p:cNvSpPr/>
          <p:nvPr/>
        </p:nvSpPr>
        <p:spPr>
          <a:xfrm rot="5400000">
            <a:off x="2032404" y="1402138"/>
            <a:ext cx="211789" cy="3927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矢印: 環状 45">
            <a:extLst>
              <a:ext uri="{FF2B5EF4-FFF2-40B4-BE49-F238E27FC236}">
                <a16:creationId xmlns:a16="http://schemas.microsoft.com/office/drawing/2014/main" id="{FDD7680C-4627-B13F-F334-D809B10CDC38}"/>
              </a:ext>
            </a:extLst>
          </p:cNvPr>
          <p:cNvSpPr/>
          <p:nvPr/>
        </p:nvSpPr>
        <p:spPr>
          <a:xfrm rot="18223252" flipH="1">
            <a:off x="4170889" y="766927"/>
            <a:ext cx="978408" cy="832831"/>
          </a:xfrm>
          <a:prstGeom prst="circularArrow">
            <a:avLst>
              <a:gd name="adj1" fmla="val 0"/>
              <a:gd name="adj2" fmla="val 1142319"/>
              <a:gd name="adj3" fmla="val 20525269"/>
              <a:gd name="adj4" fmla="val 10867067"/>
              <a:gd name="adj5" fmla="val 12500"/>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8" name="テキスト ボックス 47">
            <a:extLst>
              <a:ext uri="{FF2B5EF4-FFF2-40B4-BE49-F238E27FC236}">
                <a16:creationId xmlns:a16="http://schemas.microsoft.com/office/drawing/2014/main" id="{4308847B-E03F-0F39-189C-18D55A5ED1DD}"/>
              </a:ext>
            </a:extLst>
          </p:cNvPr>
          <p:cNvSpPr txBox="1"/>
          <p:nvPr/>
        </p:nvSpPr>
        <p:spPr>
          <a:xfrm>
            <a:off x="2935870" y="1046691"/>
            <a:ext cx="877163" cy="369332"/>
          </a:xfrm>
          <a:prstGeom prst="rect">
            <a:avLst/>
          </a:prstGeom>
          <a:noFill/>
        </p:spPr>
        <p:txBody>
          <a:bodyPr wrap="none" rtlCol="0">
            <a:spAutoFit/>
          </a:bodyPr>
          <a:lstStyle/>
          <a:p>
            <a:r>
              <a:rPr kumimoji="1" lang="ja-JP" altLang="en-US" dirty="0"/>
              <a:t>右回転</a:t>
            </a:r>
          </a:p>
        </p:txBody>
      </p:sp>
      <p:sp>
        <p:nvSpPr>
          <p:cNvPr id="50" name="テキスト ボックス 49">
            <a:extLst>
              <a:ext uri="{FF2B5EF4-FFF2-40B4-BE49-F238E27FC236}">
                <a16:creationId xmlns:a16="http://schemas.microsoft.com/office/drawing/2014/main" id="{832087B6-F01F-EFF9-CD10-57A2B55D9883}"/>
              </a:ext>
            </a:extLst>
          </p:cNvPr>
          <p:cNvSpPr txBox="1"/>
          <p:nvPr/>
        </p:nvSpPr>
        <p:spPr>
          <a:xfrm>
            <a:off x="3980816" y="501310"/>
            <a:ext cx="877163" cy="369332"/>
          </a:xfrm>
          <a:prstGeom prst="rect">
            <a:avLst/>
          </a:prstGeom>
          <a:noFill/>
        </p:spPr>
        <p:txBody>
          <a:bodyPr wrap="none" rtlCol="0">
            <a:spAutoFit/>
          </a:bodyPr>
          <a:lstStyle/>
          <a:p>
            <a:r>
              <a:rPr kumimoji="1" lang="ja-JP" altLang="en-US" dirty="0"/>
              <a:t>左回転</a:t>
            </a:r>
          </a:p>
        </p:txBody>
      </p:sp>
      <p:sp>
        <p:nvSpPr>
          <p:cNvPr id="52" name="テキスト ボックス 51">
            <a:extLst>
              <a:ext uri="{FF2B5EF4-FFF2-40B4-BE49-F238E27FC236}">
                <a16:creationId xmlns:a16="http://schemas.microsoft.com/office/drawing/2014/main" id="{AB804440-7D12-9926-8475-6536BEA58268}"/>
              </a:ext>
            </a:extLst>
          </p:cNvPr>
          <p:cNvSpPr txBox="1"/>
          <p:nvPr/>
        </p:nvSpPr>
        <p:spPr>
          <a:xfrm>
            <a:off x="6595228" y="2556616"/>
            <a:ext cx="877163" cy="369332"/>
          </a:xfrm>
          <a:prstGeom prst="rect">
            <a:avLst/>
          </a:prstGeom>
          <a:noFill/>
        </p:spPr>
        <p:txBody>
          <a:bodyPr wrap="none" rtlCol="0">
            <a:spAutoFit/>
          </a:bodyPr>
          <a:lstStyle/>
          <a:p>
            <a:r>
              <a:rPr kumimoji="1" lang="ja-JP" altLang="en-US" dirty="0"/>
              <a:t>右回転</a:t>
            </a:r>
          </a:p>
        </p:txBody>
      </p:sp>
      <p:sp>
        <p:nvSpPr>
          <p:cNvPr id="53" name="四角形: 角を丸くする 52">
            <a:extLst>
              <a:ext uri="{FF2B5EF4-FFF2-40B4-BE49-F238E27FC236}">
                <a16:creationId xmlns:a16="http://schemas.microsoft.com/office/drawing/2014/main" id="{3FAE1902-F9D9-094C-3ED4-C2383847EBD2}"/>
              </a:ext>
            </a:extLst>
          </p:cNvPr>
          <p:cNvSpPr/>
          <p:nvPr/>
        </p:nvSpPr>
        <p:spPr>
          <a:xfrm>
            <a:off x="489527" y="328989"/>
            <a:ext cx="3534355" cy="247370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四角形: 角を丸くする 54">
            <a:extLst>
              <a:ext uri="{FF2B5EF4-FFF2-40B4-BE49-F238E27FC236}">
                <a16:creationId xmlns:a16="http://schemas.microsoft.com/office/drawing/2014/main" id="{104DF970-7130-E3D2-EF6A-D0996FEACFBE}"/>
              </a:ext>
            </a:extLst>
          </p:cNvPr>
          <p:cNvSpPr/>
          <p:nvPr/>
        </p:nvSpPr>
        <p:spPr>
          <a:xfrm>
            <a:off x="5246301" y="3545768"/>
            <a:ext cx="3534355" cy="96509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06813EF2-C6F3-063B-FC3E-D08FD8239E10}"/>
              </a:ext>
            </a:extLst>
          </p:cNvPr>
          <p:cNvSpPr/>
          <p:nvPr/>
        </p:nvSpPr>
        <p:spPr>
          <a:xfrm>
            <a:off x="3356069" y="4041535"/>
            <a:ext cx="456964" cy="350302"/>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下 7">
            <a:extLst>
              <a:ext uri="{FF2B5EF4-FFF2-40B4-BE49-F238E27FC236}">
                <a16:creationId xmlns:a16="http://schemas.microsoft.com/office/drawing/2014/main" id="{A5FACE9E-8792-019E-021B-313425F18A1D}"/>
              </a:ext>
            </a:extLst>
          </p:cNvPr>
          <p:cNvSpPr/>
          <p:nvPr/>
        </p:nvSpPr>
        <p:spPr>
          <a:xfrm rot="2518031">
            <a:off x="3843692" y="3336387"/>
            <a:ext cx="227214" cy="828848"/>
          </a:xfrm>
          <a:prstGeom prst="downArrow">
            <a:avLst>
              <a:gd name="adj1" fmla="val 9348"/>
              <a:gd name="adj2" fmla="val 86585"/>
            </a:avLst>
          </a:prstGeom>
          <a:solidFill>
            <a:srgbClr val="00B0F0"/>
          </a:solid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3ABA019B-6C1A-8583-36A9-A182EDAA366A}"/>
              </a:ext>
            </a:extLst>
          </p:cNvPr>
          <p:cNvSpPr txBox="1"/>
          <p:nvPr/>
        </p:nvSpPr>
        <p:spPr>
          <a:xfrm>
            <a:off x="3957299" y="3031745"/>
            <a:ext cx="1800493" cy="369332"/>
          </a:xfrm>
          <a:prstGeom prst="rect">
            <a:avLst/>
          </a:prstGeom>
          <a:noFill/>
        </p:spPr>
        <p:txBody>
          <a:bodyPr wrap="none" rtlCol="0">
            <a:spAutoFit/>
          </a:bodyPr>
          <a:lstStyle/>
          <a:p>
            <a:r>
              <a:rPr kumimoji="1" lang="ja-JP" altLang="en-US" b="1" dirty="0">
                <a:solidFill>
                  <a:srgbClr val="00B0F0"/>
                </a:solidFill>
              </a:rPr>
              <a:t>ゲームスタート</a:t>
            </a:r>
          </a:p>
        </p:txBody>
      </p:sp>
      <p:sp>
        <p:nvSpPr>
          <p:cNvPr id="15" name="四角形: 角を丸くする 14">
            <a:extLst>
              <a:ext uri="{FF2B5EF4-FFF2-40B4-BE49-F238E27FC236}">
                <a16:creationId xmlns:a16="http://schemas.microsoft.com/office/drawing/2014/main" id="{04C15E20-050F-D7A9-F386-87E03F61A661}"/>
              </a:ext>
            </a:extLst>
          </p:cNvPr>
          <p:cNvSpPr/>
          <p:nvPr/>
        </p:nvSpPr>
        <p:spPr>
          <a:xfrm>
            <a:off x="3957732" y="2965392"/>
            <a:ext cx="1800493" cy="479751"/>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35723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C356214-0830-432E-27C3-5589932F47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203550">
            <a:off x="3177513" y="1940312"/>
            <a:ext cx="2788975" cy="1689597"/>
          </a:xfrm>
          <a:prstGeom prst="rect">
            <a:avLst/>
          </a:prstGeom>
        </p:spPr>
      </p:pic>
      <p:sp>
        <p:nvSpPr>
          <p:cNvPr id="5" name="矢印: 環状 4">
            <a:extLst>
              <a:ext uri="{FF2B5EF4-FFF2-40B4-BE49-F238E27FC236}">
                <a16:creationId xmlns:a16="http://schemas.microsoft.com/office/drawing/2014/main" id="{50B01046-A7CF-39A7-3A5E-83AF383DC4BD}"/>
              </a:ext>
            </a:extLst>
          </p:cNvPr>
          <p:cNvSpPr/>
          <p:nvPr/>
        </p:nvSpPr>
        <p:spPr>
          <a:xfrm rot="7981331">
            <a:off x="5212714" y="3163234"/>
            <a:ext cx="978408" cy="810340"/>
          </a:xfrm>
          <a:prstGeom prst="circularArrow">
            <a:avLst>
              <a:gd name="adj1" fmla="val 0"/>
              <a:gd name="adj2" fmla="val 1142319"/>
              <a:gd name="adj3" fmla="val 20525269"/>
              <a:gd name="adj4" fmla="val 10867067"/>
              <a:gd name="adj5" fmla="val 12500"/>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solidFill>
                <a:schemeClr val="tx1"/>
              </a:solidFill>
            </a:endParaRPr>
          </a:p>
        </p:txBody>
      </p:sp>
      <p:sp>
        <p:nvSpPr>
          <p:cNvPr id="7" name="矢印: 環状 6">
            <a:extLst>
              <a:ext uri="{FF2B5EF4-FFF2-40B4-BE49-F238E27FC236}">
                <a16:creationId xmlns:a16="http://schemas.microsoft.com/office/drawing/2014/main" id="{903B3671-5D0C-6880-458F-80180FE4D6FD}"/>
              </a:ext>
            </a:extLst>
          </p:cNvPr>
          <p:cNvSpPr/>
          <p:nvPr/>
        </p:nvSpPr>
        <p:spPr>
          <a:xfrm rot="18223252" flipH="1">
            <a:off x="2868503" y="1532967"/>
            <a:ext cx="978408" cy="832831"/>
          </a:xfrm>
          <a:prstGeom prst="circularArrow">
            <a:avLst>
              <a:gd name="adj1" fmla="val 0"/>
              <a:gd name="adj2" fmla="val 1142319"/>
              <a:gd name="adj3" fmla="val 20525269"/>
              <a:gd name="adj4" fmla="val 10867067"/>
              <a:gd name="adj5" fmla="val 12500"/>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solidFill>
                <a:schemeClr val="tx1"/>
              </a:solidFill>
            </a:endParaRPr>
          </a:p>
        </p:txBody>
      </p:sp>
      <p:sp>
        <p:nvSpPr>
          <p:cNvPr id="9" name="テキスト ボックス 8">
            <a:extLst>
              <a:ext uri="{FF2B5EF4-FFF2-40B4-BE49-F238E27FC236}">
                <a16:creationId xmlns:a16="http://schemas.microsoft.com/office/drawing/2014/main" id="{CCEAA993-6847-8115-F9CF-39FA94BC44AB}"/>
              </a:ext>
            </a:extLst>
          </p:cNvPr>
          <p:cNvSpPr txBox="1"/>
          <p:nvPr/>
        </p:nvSpPr>
        <p:spPr>
          <a:xfrm>
            <a:off x="1766639" y="1687772"/>
            <a:ext cx="1261884" cy="523220"/>
          </a:xfrm>
          <a:prstGeom prst="rect">
            <a:avLst/>
          </a:prstGeom>
          <a:noFill/>
        </p:spPr>
        <p:txBody>
          <a:bodyPr wrap="none" rtlCol="0">
            <a:spAutoFit/>
          </a:bodyPr>
          <a:lstStyle/>
          <a:p>
            <a:r>
              <a:rPr kumimoji="1" lang="ja-JP" altLang="en-US" sz="2800" dirty="0"/>
              <a:t>左回転</a:t>
            </a:r>
          </a:p>
        </p:txBody>
      </p:sp>
      <p:sp>
        <p:nvSpPr>
          <p:cNvPr id="11" name="テキスト ボックス 10">
            <a:extLst>
              <a:ext uri="{FF2B5EF4-FFF2-40B4-BE49-F238E27FC236}">
                <a16:creationId xmlns:a16="http://schemas.microsoft.com/office/drawing/2014/main" id="{269B4AC1-C7F5-4486-B89E-66549EBAD5D6}"/>
              </a:ext>
            </a:extLst>
          </p:cNvPr>
          <p:cNvSpPr txBox="1"/>
          <p:nvPr/>
        </p:nvSpPr>
        <p:spPr>
          <a:xfrm>
            <a:off x="6194869" y="3492225"/>
            <a:ext cx="1261884" cy="523220"/>
          </a:xfrm>
          <a:prstGeom prst="rect">
            <a:avLst/>
          </a:prstGeom>
          <a:noFill/>
        </p:spPr>
        <p:txBody>
          <a:bodyPr wrap="none" rtlCol="0">
            <a:spAutoFit/>
          </a:bodyPr>
          <a:lstStyle/>
          <a:p>
            <a:r>
              <a:rPr kumimoji="1" lang="ja-JP" altLang="en-US" sz="2800" dirty="0"/>
              <a:t>右回転</a:t>
            </a:r>
          </a:p>
        </p:txBody>
      </p:sp>
      <p:sp>
        <p:nvSpPr>
          <p:cNvPr id="12" name="テキスト ボックス 11">
            <a:extLst>
              <a:ext uri="{FF2B5EF4-FFF2-40B4-BE49-F238E27FC236}">
                <a16:creationId xmlns:a16="http://schemas.microsoft.com/office/drawing/2014/main" id="{91FDA92C-B21C-02C0-0F62-987C9E5D8319}"/>
              </a:ext>
            </a:extLst>
          </p:cNvPr>
          <p:cNvSpPr txBox="1"/>
          <p:nvPr/>
        </p:nvSpPr>
        <p:spPr>
          <a:xfrm>
            <a:off x="786348" y="150845"/>
            <a:ext cx="7571303" cy="646331"/>
          </a:xfrm>
          <a:prstGeom prst="rect">
            <a:avLst/>
          </a:prstGeom>
          <a:noFill/>
        </p:spPr>
        <p:txBody>
          <a:bodyPr wrap="none" rtlCol="0">
            <a:spAutoFit/>
          </a:bodyPr>
          <a:lstStyle/>
          <a:p>
            <a:r>
              <a:rPr kumimoji="1" lang="ja-JP" altLang="en-US" sz="3600" b="1" dirty="0"/>
              <a:t>姿勢制御（しせいせいぎょ）とは？</a:t>
            </a:r>
          </a:p>
        </p:txBody>
      </p:sp>
      <p:sp>
        <p:nvSpPr>
          <p:cNvPr id="13" name="テキスト ボックス 12">
            <a:extLst>
              <a:ext uri="{FF2B5EF4-FFF2-40B4-BE49-F238E27FC236}">
                <a16:creationId xmlns:a16="http://schemas.microsoft.com/office/drawing/2014/main" id="{AF1E6E60-DD1D-2B14-D572-0058F013979B}"/>
              </a:ext>
            </a:extLst>
          </p:cNvPr>
          <p:cNvSpPr txBox="1"/>
          <p:nvPr/>
        </p:nvSpPr>
        <p:spPr>
          <a:xfrm>
            <a:off x="1248012" y="926083"/>
            <a:ext cx="6647974" cy="523220"/>
          </a:xfrm>
          <a:prstGeom prst="rect">
            <a:avLst/>
          </a:prstGeom>
          <a:noFill/>
        </p:spPr>
        <p:txBody>
          <a:bodyPr wrap="none" rtlCol="0">
            <a:spAutoFit/>
          </a:bodyPr>
          <a:lstStyle/>
          <a:p>
            <a:r>
              <a:rPr kumimoji="1" lang="ja-JP" altLang="en-US" sz="2800" dirty="0"/>
              <a:t>「衛星を回転させて向きを変えること」</a:t>
            </a:r>
          </a:p>
        </p:txBody>
      </p:sp>
      <p:sp>
        <p:nvSpPr>
          <p:cNvPr id="15" name="テキスト ボックス 14">
            <a:extLst>
              <a:ext uri="{FF2B5EF4-FFF2-40B4-BE49-F238E27FC236}">
                <a16:creationId xmlns:a16="http://schemas.microsoft.com/office/drawing/2014/main" id="{2A971942-D65F-33B1-132E-5E8AEC512AAF}"/>
              </a:ext>
            </a:extLst>
          </p:cNvPr>
          <p:cNvSpPr txBox="1"/>
          <p:nvPr/>
        </p:nvSpPr>
        <p:spPr>
          <a:xfrm>
            <a:off x="2635700" y="5401029"/>
            <a:ext cx="4145573" cy="461665"/>
          </a:xfrm>
          <a:prstGeom prst="rect">
            <a:avLst/>
          </a:prstGeom>
          <a:noFill/>
        </p:spPr>
        <p:txBody>
          <a:bodyPr wrap="square" rtlCol="0">
            <a:spAutoFit/>
          </a:bodyPr>
          <a:lstStyle/>
          <a:p>
            <a:r>
              <a:rPr kumimoji="1" lang="ja-JP" altLang="en-US" sz="2400" dirty="0"/>
              <a:t>姿勢制御がとても重要です</a:t>
            </a:r>
            <a:endParaRPr kumimoji="1" lang="en-US" altLang="ja-JP" sz="2400" dirty="0"/>
          </a:p>
        </p:txBody>
      </p:sp>
      <p:sp>
        <p:nvSpPr>
          <p:cNvPr id="16" name="矢印: 下 15">
            <a:extLst>
              <a:ext uri="{FF2B5EF4-FFF2-40B4-BE49-F238E27FC236}">
                <a16:creationId xmlns:a16="http://schemas.microsoft.com/office/drawing/2014/main" id="{C01F2231-39BE-BA8A-AEF9-FCF37684A7C7}"/>
              </a:ext>
            </a:extLst>
          </p:cNvPr>
          <p:cNvSpPr/>
          <p:nvPr/>
        </p:nvSpPr>
        <p:spPr>
          <a:xfrm>
            <a:off x="4312589" y="5017890"/>
            <a:ext cx="184879" cy="3122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2455F82-8A7F-B537-A732-0DD2A84587CE}"/>
              </a:ext>
            </a:extLst>
          </p:cNvPr>
          <p:cNvSpPr txBox="1"/>
          <p:nvPr/>
        </p:nvSpPr>
        <p:spPr>
          <a:xfrm>
            <a:off x="1520987" y="4115956"/>
            <a:ext cx="6375000" cy="830997"/>
          </a:xfrm>
          <a:prstGeom prst="rect">
            <a:avLst/>
          </a:prstGeom>
          <a:noFill/>
        </p:spPr>
        <p:txBody>
          <a:bodyPr wrap="square" rtlCol="0">
            <a:spAutoFit/>
          </a:bodyPr>
          <a:lstStyle/>
          <a:p>
            <a:r>
              <a:rPr kumimoji="1" lang="ja-JP" altLang="en-US" sz="2400" dirty="0"/>
              <a:t>アンテナを地球に向けて信号を送信するため</a:t>
            </a:r>
            <a:endParaRPr kumimoji="1" lang="en-US" altLang="ja-JP" sz="2400" dirty="0"/>
          </a:p>
          <a:p>
            <a:r>
              <a:rPr kumimoji="1" lang="ja-JP" altLang="en-US" sz="2400" dirty="0"/>
              <a:t>太陽電池を太陽に向けて電池を充電するため</a:t>
            </a:r>
          </a:p>
        </p:txBody>
      </p:sp>
      <p:sp>
        <p:nvSpPr>
          <p:cNvPr id="22" name="テキスト ボックス 21">
            <a:extLst>
              <a:ext uri="{FF2B5EF4-FFF2-40B4-BE49-F238E27FC236}">
                <a16:creationId xmlns:a16="http://schemas.microsoft.com/office/drawing/2014/main" id="{4ED9EE4A-204A-31E7-7274-7F6B06F026E6}"/>
              </a:ext>
            </a:extLst>
          </p:cNvPr>
          <p:cNvSpPr txBox="1"/>
          <p:nvPr/>
        </p:nvSpPr>
        <p:spPr>
          <a:xfrm>
            <a:off x="662797" y="6059959"/>
            <a:ext cx="8481203" cy="400110"/>
          </a:xfrm>
          <a:prstGeom prst="rect">
            <a:avLst/>
          </a:prstGeom>
          <a:noFill/>
        </p:spPr>
        <p:txBody>
          <a:bodyPr wrap="square" rtlCol="0">
            <a:spAutoFit/>
          </a:bodyPr>
          <a:lstStyle/>
          <a:p>
            <a:r>
              <a:rPr kumimoji="1" lang="ja-JP" altLang="en-US" sz="2000" dirty="0"/>
              <a:t>村松研究室はベニバナサットプロジェクトで姿勢制御を担当しています</a:t>
            </a:r>
            <a:endParaRPr kumimoji="1" lang="en-US" altLang="ja-JP" sz="2000" dirty="0"/>
          </a:p>
        </p:txBody>
      </p:sp>
    </p:spTree>
    <p:extLst>
      <p:ext uri="{BB962C8B-B14F-4D97-AF65-F5344CB8AC3E}">
        <p14:creationId xmlns:p14="http://schemas.microsoft.com/office/powerpoint/2010/main" val="3873521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397B8F3-ECE9-DDB5-640D-1127C8DAC1EF}"/>
              </a:ext>
            </a:extLst>
          </p:cNvPr>
          <p:cNvPicPr>
            <a:picLocks noChangeAspect="1"/>
          </p:cNvPicPr>
          <p:nvPr/>
        </p:nvPicPr>
        <p:blipFill>
          <a:blip r:embed="rId2"/>
          <a:stretch>
            <a:fillRect/>
          </a:stretch>
        </p:blipFill>
        <p:spPr>
          <a:xfrm>
            <a:off x="792317" y="647539"/>
            <a:ext cx="1378021" cy="1301817"/>
          </a:xfrm>
          <a:prstGeom prst="rect">
            <a:avLst/>
          </a:prstGeom>
        </p:spPr>
      </p:pic>
      <p:pic>
        <p:nvPicPr>
          <p:cNvPr id="5" name="図 4">
            <a:extLst>
              <a:ext uri="{FF2B5EF4-FFF2-40B4-BE49-F238E27FC236}">
                <a16:creationId xmlns:a16="http://schemas.microsoft.com/office/drawing/2014/main" id="{57105696-CBDE-E47B-968F-60E195C7B3EF}"/>
              </a:ext>
            </a:extLst>
          </p:cNvPr>
          <p:cNvPicPr>
            <a:picLocks noChangeAspect="1"/>
          </p:cNvPicPr>
          <p:nvPr/>
        </p:nvPicPr>
        <p:blipFill>
          <a:blip r:embed="rId3"/>
          <a:stretch>
            <a:fillRect/>
          </a:stretch>
        </p:blipFill>
        <p:spPr>
          <a:xfrm>
            <a:off x="2285561" y="832104"/>
            <a:ext cx="2045432" cy="1117252"/>
          </a:xfrm>
          <a:prstGeom prst="rect">
            <a:avLst/>
          </a:prstGeom>
        </p:spPr>
      </p:pic>
      <p:pic>
        <p:nvPicPr>
          <p:cNvPr id="7" name="図 6">
            <a:extLst>
              <a:ext uri="{FF2B5EF4-FFF2-40B4-BE49-F238E27FC236}">
                <a16:creationId xmlns:a16="http://schemas.microsoft.com/office/drawing/2014/main" id="{A9945333-6E02-D004-17D2-DA9395D1E8B1}"/>
              </a:ext>
            </a:extLst>
          </p:cNvPr>
          <p:cNvPicPr>
            <a:picLocks noChangeAspect="1"/>
          </p:cNvPicPr>
          <p:nvPr/>
        </p:nvPicPr>
        <p:blipFill>
          <a:blip r:embed="rId4"/>
          <a:stretch>
            <a:fillRect/>
          </a:stretch>
        </p:blipFill>
        <p:spPr>
          <a:xfrm>
            <a:off x="4572000" y="733471"/>
            <a:ext cx="1435174" cy="1314518"/>
          </a:xfrm>
          <a:prstGeom prst="rect">
            <a:avLst/>
          </a:prstGeom>
        </p:spPr>
      </p:pic>
      <p:pic>
        <p:nvPicPr>
          <p:cNvPr id="9" name="図 8">
            <a:extLst>
              <a:ext uri="{FF2B5EF4-FFF2-40B4-BE49-F238E27FC236}">
                <a16:creationId xmlns:a16="http://schemas.microsoft.com/office/drawing/2014/main" id="{C49E8106-B8B5-3813-3B03-B3F32B3449BF}"/>
              </a:ext>
            </a:extLst>
          </p:cNvPr>
          <p:cNvPicPr>
            <a:picLocks noChangeAspect="1"/>
          </p:cNvPicPr>
          <p:nvPr/>
        </p:nvPicPr>
        <p:blipFill>
          <a:blip r:embed="rId5"/>
          <a:stretch>
            <a:fillRect/>
          </a:stretch>
        </p:blipFill>
        <p:spPr>
          <a:xfrm>
            <a:off x="6460453" y="939857"/>
            <a:ext cx="1435174" cy="901746"/>
          </a:xfrm>
          <a:prstGeom prst="rect">
            <a:avLst/>
          </a:prstGeom>
        </p:spPr>
      </p:pic>
    </p:spTree>
    <p:extLst>
      <p:ext uri="{BB962C8B-B14F-4D97-AF65-F5344CB8AC3E}">
        <p14:creationId xmlns:p14="http://schemas.microsoft.com/office/powerpoint/2010/main" val="380957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ECA88F7-D101-3123-14A7-53FE127F77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695" y="2779776"/>
            <a:ext cx="3911655" cy="3473863"/>
          </a:xfrm>
          <a:prstGeom prst="rect">
            <a:avLst/>
          </a:prstGeom>
        </p:spPr>
      </p:pic>
      <p:sp>
        <p:nvSpPr>
          <p:cNvPr id="6" name="テキスト ボックス 5">
            <a:extLst>
              <a:ext uri="{FF2B5EF4-FFF2-40B4-BE49-F238E27FC236}">
                <a16:creationId xmlns:a16="http://schemas.microsoft.com/office/drawing/2014/main" id="{E03BAB17-5A0F-E053-59F9-C8F00D0B12BE}"/>
              </a:ext>
            </a:extLst>
          </p:cNvPr>
          <p:cNvSpPr txBox="1"/>
          <p:nvPr/>
        </p:nvSpPr>
        <p:spPr>
          <a:xfrm>
            <a:off x="2905478" y="393192"/>
            <a:ext cx="3174652" cy="830997"/>
          </a:xfrm>
          <a:prstGeom prst="rect">
            <a:avLst/>
          </a:prstGeom>
          <a:noFill/>
        </p:spPr>
        <p:txBody>
          <a:bodyPr wrap="none" rtlCol="0">
            <a:spAutoFit/>
          </a:bodyPr>
          <a:lstStyle/>
          <a:p>
            <a:r>
              <a:rPr kumimoji="1" lang="en-US" altLang="ja-JP" sz="4800" dirty="0">
                <a:solidFill>
                  <a:schemeClr val="accent6">
                    <a:lumMod val="75000"/>
                  </a:schemeClr>
                </a:solidFill>
              </a:rPr>
              <a:t>Game Over</a:t>
            </a:r>
            <a:endParaRPr kumimoji="1" lang="ja-JP" altLang="en-US" sz="4800" dirty="0">
              <a:solidFill>
                <a:schemeClr val="accent6">
                  <a:lumMod val="75000"/>
                </a:schemeClr>
              </a:solidFill>
            </a:endParaRPr>
          </a:p>
        </p:txBody>
      </p:sp>
      <p:sp>
        <p:nvSpPr>
          <p:cNvPr id="8" name="テキスト ボックス 7">
            <a:extLst>
              <a:ext uri="{FF2B5EF4-FFF2-40B4-BE49-F238E27FC236}">
                <a16:creationId xmlns:a16="http://schemas.microsoft.com/office/drawing/2014/main" id="{1CB18441-9E2C-CBEF-8803-D92987BB34FA}"/>
              </a:ext>
            </a:extLst>
          </p:cNvPr>
          <p:cNvSpPr txBox="1"/>
          <p:nvPr/>
        </p:nvSpPr>
        <p:spPr>
          <a:xfrm>
            <a:off x="1423416" y="1783080"/>
            <a:ext cx="1589218" cy="769441"/>
          </a:xfrm>
          <a:prstGeom prst="rect">
            <a:avLst/>
          </a:prstGeom>
          <a:noFill/>
        </p:spPr>
        <p:txBody>
          <a:bodyPr wrap="none" rtlCol="0">
            <a:spAutoFit/>
          </a:bodyPr>
          <a:lstStyle/>
          <a:p>
            <a:r>
              <a:rPr kumimoji="1" lang="en-US" altLang="ja-JP" sz="4400" dirty="0">
                <a:solidFill>
                  <a:srgbClr val="00B0F0"/>
                </a:solidFill>
              </a:rPr>
              <a:t>Score</a:t>
            </a:r>
            <a:endParaRPr kumimoji="1" lang="ja-JP" altLang="en-US" sz="4400" dirty="0">
              <a:solidFill>
                <a:srgbClr val="00B0F0"/>
              </a:solidFill>
            </a:endParaRPr>
          </a:p>
        </p:txBody>
      </p:sp>
      <p:sp>
        <p:nvSpPr>
          <p:cNvPr id="9" name="テキスト ボックス 8">
            <a:extLst>
              <a:ext uri="{FF2B5EF4-FFF2-40B4-BE49-F238E27FC236}">
                <a16:creationId xmlns:a16="http://schemas.microsoft.com/office/drawing/2014/main" id="{C2E67A00-2390-667D-5938-EE3F6D3D229B}"/>
              </a:ext>
            </a:extLst>
          </p:cNvPr>
          <p:cNvSpPr txBox="1"/>
          <p:nvPr/>
        </p:nvSpPr>
        <p:spPr>
          <a:xfrm>
            <a:off x="3730769" y="3840480"/>
            <a:ext cx="4698722" cy="1077218"/>
          </a:xfrm>
          <a:prstGeom prst="rect">
            <a:avLst/>
          </a:prstGeom>
          <a:noFill/>
        </p:spPr>
        <p:txBody>
          <a:bodyPr wrap="none" rtlCol="0">
            <a:spAutoFit/>
          </a:bodyPr>
          <a:lstStyle/>
          <a:p>
            <a:r>
              <a:rPr kumimoji="1" lang="ja-JP" altLang="en-US" sz="3200" dirty="0">
                <a:solidFill>
                  <a:srgbClr val="FFC000"/>
                </a:solidFill>
                <a:latin typeface="HGS創英角ﾎﾟｯﾌﾟ体" panose="040B0A00000000000000" pitchFamily="50" charset="-128"/>
                <a:ea typeface="HGS創英角ﾎﾟｯﾌﾟ体" panose="040B0A00000000000000" pitchFamily="50" charset="-128"/>
              </a:rPr>
              <a:t>メッセージありがとう！</a:t>
            </a:r>
            <a:endParaRPr kumimoji="1" lang="en-US" altLang="ja-JP" sz="3200" dirty="0">
              <a:solidFill>
                <a:srgbClr val="FFC000"/>
              </a:solidFill>
              <a:latin typeface="HGS創英角ﾎﾟｯﾌﾟ体" panose="040B0A00000000000000" pitchFamily="50" charset="-128"/>
              <a:ea typeface="HGS創英角ﾎﾟｯﾌﾟ体" panose="040B0A00000000000000" pitchFamily="50" charset="-128"/>
            </a:endParaRPr>
          </a:p>
          <a:p>
            <a:r>
              <a:rPr kumimoji="1" lang="ja-JP" altLang="en-US" sz="3200" dirty="0">
                <a:solidFill>
                  <a:srgbClr val="FFC000"/>
                </a:solidFill>
                <a:latin typeface="HGS創英角ﾎﾟｯﾌﾟ体" panose="040B0A00000000000000" pitchFamily="50" charset="-128"/>
                <a:ea typeface="HGS創英角ﾎﾟｯﾌﾟ体" panose="040B0A00000000000000" pitchFamily="50" charset="-128"/>
              </a:rPr>
              <a:t>またね</a:t>
            </a:r>
          </a:p>
        </p:txBody>
      </p:sp>
    </p:spTree>
    <p:extLst>
      <p:ext uri="{BB962C8B-B14F-4D97-AF65-F5344CB8AC3E}">
        <p14:creationId xmlns:p14="http://schemas.microsoft.com/office/powerpoint/2010/main" val="315422894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TotalTime>
  <Words>157</Words>
  <Application>Microsoft Office PowerPoint</Application>
  <PresentationFormat>画面に合わせる (4:3)</PresentationFormat>
  <Paragraphs>36</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HGS創英角ﾎﾟｯﾌﾟ体</vt:lpstr>
      <vt:lpstr>Aptos</vt:lpstr>
      <vt:lpstr>Aptos Display</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村松鋭一</dc:creator>
  <cp:lastModifiedBy>村松鋭一</cp:lastModifiedBy>
  <cp:revision>19</cp:revision>
  <cp:lastPrinted>2026-08-27T05:42:48Z</cp:lastPrinted>
  <dcterms:created xsi:type="dcterms:W3CDTF">2026-08-19T05:32:47Z</dcterms:created>
  <dcterms:modified xsi:type="dcterms:W3CDTF">2026-09-07T04:31:39Z</dcterms:modified>
</cp:coreProperties>
</file>